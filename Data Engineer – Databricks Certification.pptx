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257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751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292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598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450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193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941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105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528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214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686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058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atabricks.com/learn/training/certification#data-enginee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39AA4E-D24E-E5CD-9EFF-234573837B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716557-6A0B-E6AA-1EA9-2CDDB8A510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0" y="978408"/>
            <a:ext cx="4795819" cy="3969960"/>
          </a:xfrm>
        </p:spPr>
        <p:txBody>
          <a:bodyPr anchor="t">
            <a:normAutofit/>
          </a:bodyPr>
          <a:lstStyle/>
          <a:p>
            <a:r>
              <a:rPr lang="en-US" sz="6100" dirty="0"/>
              <a:t>Data Engineer – Databricks Certification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68521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2D22E-926B-F597-A230-2063AC065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B132D-DF93-67FE-0443-2E0663402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Databricks Certification | Databricks</a:t>
            </a:r>
            <a:endParaRPr lang="en-US" dirty="0"/>
          </a:p>
          <a:p>
            <a:endParaRPr lang="en-US" dirty="0"/>
          </a:p>
          <a:p>
            <a:r>
              <a:rPr lang="en-US" dirty="0"/>
              <a:t>https://www.databricks.com/learn/training/certification#data-engineer</a:t>
            </a:r>
          </a:p>
        </p:txBody>
      </p:sp>
    </p:spTree>
    <p:extLst>
      <p:ext uri="{BB962C8B-B14F-4D97-AF65-F5344CB8AC3E}">
        <p14:creationId xmlns:p14="http://schemas.microsoft.com/office/powerpoint/2010/main" val="407123550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25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Bierstadt</vt:lpstr>
      <vt:lpstr>Neue Haas Grotesk Text Pro</vt:lpstr>
      <vt:lpstr>GestaltVTI</vt:lpstr>
      <vt:lpstr>Data Engineer – Databricks Certification </vt:lpstr>
      <vt:lpstr>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1</cp:revision>
  <dcterms:created xsi:type="dcterms:W3CDTF">2026-03-30T08:00:37Z</dcterms:created>
  <dcterms:modified xsi:type="dcterms:W3CDTF">2026-03-30T08:50:47Z</dcterms:modified>
</cp:coreProperties>
</file>