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D81A-0A9E-7D2E-2011-153F2D105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421B0-FDA6-B997-9478-77A48F0E8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4D4B7-D66E-87E5-CF91-61E0CE59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FB8F-F761-6A48-F7A3-9339D50D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0D12-58FD-CFB4-C300-FA112C18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1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A9EF-7817-CB8B-BEBD-9B8FAA9D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ACE5-B66C-D0E5-E002-AC927052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54787-1CCC-3292-C631-0F0E023E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94AC8-130B-63CB-8768-F1E2BB68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03DE-D31D-EF9D-F035-CF0EB65D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3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191A-81B7-F470-01D4-924EE69B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BA6E-0508-ED65-6254-F6536A7A4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0B0BF-439C-0012-5B71-5D0BCBC2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04BF0-47C8-E243-2AB1-1A244092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2AA0-CA2E-4709-CFED-64CA3453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1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8708-766A-465E-0D5B-7A72E432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AB15-7747-D1BB-EF2C-73391FF8E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1A10A-428C-98C8-413F-4661E7D0D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FE4D6-A77D-0D17-5852-00C83251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88062-DA05-DEAF-528A-5EFDB4CB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17223-0C2D-5534-B0EB-CF224871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1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DE71-F75C-DA49-4194-73071E71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63DD1-49DC-89EF-C3D4-D1DCDB711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84391-3530-6E8A-1EE0-EF4025FEE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873F7-6407-48B4-9302-6AC358E42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E4957-2F2D-B4DB-664B-9D4A687A4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3AAEB-972C-DA8F-BE5B-B259AC33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B5785-854F-DBB0-EA46-21366F3E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B9517-965E-8CFA-8912-2B24858B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9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83C5-ECB0-F191-C071-9147BDDD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3D84F-B761-FDA2-9FE6-C1F31E1E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7164-5003-6131-8BE5-B9A9EDB8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86A47-7196-C1D9-FDE9-C92FB8EC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7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47B17-5524-8400-2367-A5F1019F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78D46-8C95-35C5-1475-26A5B0AF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E51D5-6012-422C-6F9D-4B581DAE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7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91F0-4C75-3812-2265-A940682D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45529-4D98-1623-114F-016C63713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5EF75-2A0F-7450-ACB9-6258BD11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73F7B-FC4A-0015-519B-D26A070D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636B-73C8-E872-8E58-44792542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85F82-6B6A-F8C2-5997-8B234056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0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98CC-B2C1-DD59-9BF2-E1B9EA26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12611-5196-0435-8AEC-E61A91514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90E03-5AC1-9AAF-9975-0B21955F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E3E70-A9A5-F0B1-C7FD-016DC1F9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36E79-79BA-5ADE-9A64-F8BC8FB6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CFBA2-BFFC-ECDC-D834-7BC9DED9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9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BE2C-8195-7229-B2A7-D6741751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A5223-4B1E-69A1-F7F2-96C6BE652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2719-4A0E-99A0-94B4-4A9233B9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603C-1A84-757C-A95B-E455963E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673B-6337-1442-3B1D-2303534B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3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1035FB-C045-352D-B6A5-BAF43B432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E9E48-D9E8-6366-7F2C-2FF9A5BC1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5A5F6-BD4A-AFB8-AEAA-C95ED0D5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C4DFC-C8DC-7995-0329-E8CEE775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9EF9-B591-8266-0941-00635A1B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8E5F6-A2DB-45C7-0821-FD3870EE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64238-CCEF-E734-5A6B-6136A720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EB14-96FA-6FFE-13A8-AC673FD2C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E263D-324A-4E13-B924-5DDEB5C84C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F27FB-CC1B-946F-8493-1233B2151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F52A-C369-2BA4-6864-87F20F84B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27FD0-62B7-4309-A62F-A4B7E4796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3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CC02-9B2A-0B4E-BF9F-B5FD613E0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– Data Arch</a:t>
            </a:r>
          </a:p>
        </p:txBody>
      </p:sp>
    </p:spTree>
    <p:extLst>
      <p:ext uri="{BB962C8B-B14F-4D97-AF65-F5344CB8AC3E}">
        <p14:creationId xmlns:p14="http://schemas.microsoft.com/office/powerpoint/2010/main" val="25301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6E264C-D85A-66F2-A007-F85F291CD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511" y="1520727"/>
            <a:ext cx="7340977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7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4472A-5E8B-453C-B793-16DFCEE0D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5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36267-16E5-4089-06D5-75F89C1F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3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4DF04-D99C-2C36-E9C0-783B5E52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7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E579-8B20-CDBA-62CE-F7DF8E9D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6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7CEC3-7E97-9D7E-0940-61FCEF116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72" y="643467"/>
            <a:ext cx="981685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7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BD54A-F4A5-499D-775D-93771C51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61840"/>
            <a:ext cx="10905066" cy="553431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CF1FF-B703-8D89-3E52-D86532A3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04" y="643467"/>
            <a:ext cx="1031679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55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83A62-A179-CD84-FAB9-054A1E014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6" y="643467"/>
            <a:ext cx="1066232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03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2AE63-1596-1FA8-AF6C-037FC22E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11783"/>
            <a:ext cx="10905066" cy="523443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9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FB54B-197A-75BF-DEE5-755870C2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99" y="643467"/>
            <a:ext cx="977380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6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10206-D46E-4BA2-FDD1-28B46819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43628"/>
            <a:ext cx="10905066" cy="537074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2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83B11-2F44-DD00-BF82-979BE9B5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7"/>
            <a:ext cx="1081760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4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15616-52FD-D375-C7B3-C728DF017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7"/>
            <a:ext cx="1081760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0D10E-ED5E-0953-A499-118398B0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528895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1B967-2CF5-00B9-13C7-ABAC71D6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4" y="643467"/>
            <a:ext cx="1046209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1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0F23F-9AF7-93DC-7A5B-EE54A01E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8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ED75C-3FE7-C120-DAE8-6359C7E6A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528895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7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AFEB3-00DF-F164-10B0-93040151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69" y="643467"/>
            <a:ext cx="1056126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68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1CCB5-7BD2-35CE-D581-809FC4D1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99" y="643467"/>
            <a:ext cx="977380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30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12830-FD42-E125-4AFD-2FDF9089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29" y="643467"/>
            <a:ext cx="999294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7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</Words>
  <Application>Microsoft Office PowerPoint</Application>
  <PresentationFormat>Widescreen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Quiz – Data 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2026-03-30T23:33:19Z</dcterms:created>
  <dcterms:modified xsi:type="dcterms:W3CDTF">2026-03-30T23:52:29Z</dcterms:modified>
</cp:coreProperties>
</file>