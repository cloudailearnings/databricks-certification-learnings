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4771A-AAD6-DF01-4ECB-7EA095323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F79D2-ECEA-B188-1414-5BC5BD28B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06782-BA32-36E1-15DD-76B4E744E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925-EADF-495D-9AFC-389C15238B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85DBA-5104-9CC8-B53F-FF557EC75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BD4CF-C2DC-F542-5416-63097AB40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7BD3-B00A-46CD-830C-4F65AAA9C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98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16A4E-983C-ABF7-3120-4DC1F0DB7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745F3-9C4D-C865-0448-E414548F1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F5159-0737-FAAD-9DCD-7DA901F70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925-EADF-495D-9AFC-389C15238B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3E8A0-4307-4984-D8F4-5A43AB7BA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EA0B0-D66E-621A-C6D0-8CC131FC0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7BD3-B00A-46CD-830C-4F65AAA9C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0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1F9F-E176-D1EF-4A3D-44C244A1C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D10AE-4428-D434-E13E-4572B13EF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54F22-87DB-6F69-33E2-FD150BB0B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925-EADF-495D-9AFC-389C15238B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D21F1-C0B8-9501-CA3B-FAAEA94C3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5F988-2E2E-6521-4EE2-7A24EEAA5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7BD3-B00A-46CD-830C-4F65AAA9C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2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3FB72-D50D-D6E3-60E4-3F7654D79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CCE3F-E947-DEA5-FC75-525AAB63A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45FA9-C25B-8486-B7ED-BFDF38DC4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B39D1-15D6-68BD-94B9-EE7640DB1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925-EADF-495D-9AFC-389C15238B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000E7-3A5E-8F14-9902-A7D3C8FC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C10CB-C682-8857-8CA9-6445C822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7BD3-B00A-46CD-830C-4F65AAA9C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33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6C8E7-9C21-7874-1734-FC2B7479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F7F20-2197-9AA7-7A78-D8E6CF31D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18017-6505-E8C4-3945-901ADA6BA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3556F3-0C1B-F632-9048-EE1B24B8E7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C2E94-D583-E379-2A0C-D6C6D5F80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C8563D-7873-4BCC-7F79-0F865E4D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925-EADF-495D-9AFC-389C15238B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4B5B01-4910-BE4A-C8F1-FE96EFE5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2A37D5-7F9D-8F96-A2BB-62E26BDC5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7BD3-B00A-46CD-830C-4F65AAA9C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97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405E0-E0B7-C963-2B6E-935254EFD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6DC446-9DF5-2392-5EC2-5EC3DC9CB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925-EADF-495D-9AFC-389C15238B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1DCC9D-E6D6-BFFE-8CF1-3D55DD86C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FC7AF-26C3-25C6-CE1E-FFCBA7F3E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7BD3-B00A-46CD-830C-4F65AAA9C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456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DE5945-2AF0-2625-8717-08B3D2D3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925-EADF-495D-9AFC-389C15238B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9114DC-3D88-5700-590F-2A3402D39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0D6AE-2D61-9E2A-3AF5-0D7BAEEF7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7BD3-B00A-46CD-830C-4F65AAA9C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47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8F01D-E96D-A9F5-DCBD-0F08B17DA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183F5-AE94-5C5F-5461-283CA9E3C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C884-781C-6B30-7049-335B65AF4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4C1CF-5678-A2DB-4CC7-E3C8A3E00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925-EADF-495D-9AFC-389C15238B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464BD-23B9-647C-AAD3-B86E4E9D7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AA78F-76A6-9049-AB28-68365AD99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7BD3-B00A-46CD-830C-4F65AAA9C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43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91C2-B406-CACF-CF18-C27301981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F56223-D0E3-E795-EE5E-AB2F5EA1C4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F0BC8-75E6-A9A6-CB52-1B1EFA9B3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6898E-6BC0-3FDB-9912-F61A99FEB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925-EADF-495D-9AFC-389C15238B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55E4E-F0E2-95D6-9666-7EB1C0BE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6DDFF-52EB-682A-312D-732E7F320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7BD3-B00A-46CD-830C-4F65AAA9C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29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F12B-057E-9F0C-B8A1-F316E0D1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354BC-4F96-07B3-B64E-43002BB2E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DBAFC-C75B-5A7C-2250-A940C2271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925-EADF-495D-9AFC-389C15238B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05CC6-AE08-4B57-C705-F59BC305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04699-32E1-A307-4CA0-C910205A6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7BD3-B00A-46CD-830C-4F65AAA9C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4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241F81-BF6B-F8E2-BB07-C663DE3241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C18078-5C46-3B73-4418-BEF44E881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7ECF7-1BC1-AE9B-2FAE-030BFCB9A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925-EADF-495D-9AFC-389C15238B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A6EB0-EC40-1314-4049-DA6A681D8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33692-5A20-E574-0AAD-54EB54451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C7BD3-B00A-46CD-830C-4F65AAA9C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7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8B2606-7C33-196B-B8FA-F72D9E874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43977-2D27-8B65-7657-385A4FD18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A434D-7F09-BA28-3DDF-25EB5EA72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ED4925-EADF-495D-9AFC-389C15238B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A41DF-6913-113B-CC07-0219DF795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FE71F-34DD-19EA-FBC6-CAAE207BB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5C7BD3-B00A-46CD-830C-4F65AAA9C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2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6E499F-EE1C-0F1D-156D-971D532E2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50" y="56679"/>
            <a:ext cx="10202699" cy="67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995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28F790-2810-8A5A-82D1-24A748B5F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1434"/>
            <a:ext cx="12192000" cy="541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87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E4479C-7853-9895-26D7-552FB3A6D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443"/>
            <a:ext cx="12192000" cy="628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9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F2EC25-6853-AB0D-9412-A39491BBA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9" y="0"/>
            <a:ext cx="121343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90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ECD126-3A3F-0058-E3EB-0CB7FE162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333"/>
            <a:ext cx="12192000" cy="678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19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219D-DDEC-ED84-435B-806F89500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B846B-2DCF-49B6-5BDD-74828E77C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03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2</cp:revision>
  <dcterms:created xsi:type="dcterms:W3CDTF">2026-03-31T00:47:12Z</dcterms:created>
  <dcterms:modified xsi:type="dcterms:W3CDTF">2026-03-31T10:55:01Z</dcterms:modified>
</cp:coreProperties>
</file>