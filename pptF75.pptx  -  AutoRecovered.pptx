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FB44-A4AA-71C7-4B21-B230A2FDB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0F655-6C83-6CCE-0999-F1A821E84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BC6EA-DFA4-FCB2-F3E2-49ACBAB7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DE6F-3FF1-E860-0470-3F484EBC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65D1A-3095-3ECC-5793-3622C728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9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5BA57-AE17-634B-C54E-3569163B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AC40-C55D-2190-C175-B474D29F2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EA3F1-C175-76D7-4BB1-D747BC1E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BE789-4CE4-824F-DA9B-F68F81FC1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0A12D-AACD-96B4-02C1-5B2ED5BE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18AE-5C35-3169-B131-FFDC56CD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3544D-A607-091F-DB96-7ECE626C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A3D0B-9E19-FF08-FC49-14A55488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515E-EA71-4375-8E94-B6C4FB4D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DD421-3E6D-79FB-0DF6-C333910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9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8011-F026-EA5E-FC77-F4EE420C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D456-D033-9156-40D3-24AD4A3D7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9DD1A-5A94-C372-B398-26A89C875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CE032-4A8A-B0A0-A1BF-CB8378E1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9EF83-56FA-6DBF-E37A-4903F91E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286FD-52BF-5AF5-3388-21312D40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F8E6-04F4-9AF1-D95F-F20F5BAD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BB5CE-EF8F-634A-DCF3-7695FE22E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E86EC-24CF-0F13-74C2-4E9F6D691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DCD5A-E829-BACC-246E-08F0F2C21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DCD5B-8067-C123-6D04-BB6B0D71A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3984C-5706-D63C-DE39-57CC07B5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BE642-05DB-0347-401A-171C1A3E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94F03-289B-F92B-0A6D-02598CCF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7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39F-34C7-03A3-30FA-E43097D6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EE445-FC95-7214-84A9-17A61BAC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3BB72-9894-E66B-971A-792B03C5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82597-A3D8-8FB0-F621-641A9B77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11FE4-FDEE-AE62-8074-90047919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924DC-9CFD-26EE-DC16-950664B7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240A5-FE69-1CE5-D7CC-D6302DEF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3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A938-538D-260E-385C-B428F60D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9D7C-F3CA-85FB-B090-7FA812A09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FF29F-ED04-546D-0B96-7AA3CB70A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D0A0A-E4BB-482F-B9A9-41D0DA05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A29AF-BD61-B9D2-9533-1EFC1E3C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3C189-C3A1-5DFA-9D66-C06AF318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9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1F5E-6BEE-DF61-EACE-87E97DD2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317E2-210B-0525-8761-D501437E8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D4B69-A786-07A7-5061-19F4BA22F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AA1AC-3025-1209-EEED-FCD1A657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13C7D-3560-7633-D931-410224D9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732F1-C2BB-C03C-B4E7-70F4D5C5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9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AC6A-E668-93B9-901B-92D23EF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EA3C4-FAFA-1BC3-AB7B-45045FCD7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CE9A-9164-ACF6-C2A4-2BAFC448A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57870-99E2-2200-C40D-3F35A7D4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FFF87-5CA6-EFEA-DD4C-AFB2DD6C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74444-5F72-DBC2-30E6-E8CFF2C6E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EB805-8E56-24B3-35E0-C483528BD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B6877-726C-9AE4-0935-15B77CE24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4601C-B7D6-96C7-29E9-0123F3B3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D66B-5DB4-E7E8-AF74-9137A8DA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0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49499-E376-9CE2-CF60-FF3DF6E04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936F8-3D8A-3735-667F-3A29D405B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C70B-78E1-26F3-AAA7-BA85DDDF5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274F6-8269-4EA3-8834-60A4D4B069E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990BF-8534-16F2-CCDB-6EF801BFB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3F30-B249-06C1-E42F-2BB3F6E78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5E8A9-2071-4249-BA5F-34122971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EA256-FC91-6F1B-FD7C-BF6C0F777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9"/>
            <a:ext cx="10905066" cy="4934541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2026-03-30T21:47:09Z</dcterms:created>
  <dcterms:modified xsi:type="dcterms:W3CDTF">2026-03-31T10:55:30Z</dcterms:modified>
</cp:coreProperties>
</file>